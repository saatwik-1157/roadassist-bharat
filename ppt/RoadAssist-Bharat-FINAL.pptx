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199484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>
            <a:endParaRPr/>
          </a:p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25,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Open the live page here if the network allows: it turns by itself, and the</a:t>
            </a:r>
          </a:p>
          <a:p>
            <a:r>
              <a:t>numbers in the side panel are read from the running platform while you talk.</a:t>
            </a:r>
          </a:p>
          <a:p>
            <a:r>
              <a:t>Press play on "SOS with no signal" to walk the offline path layer by layer.</a:t>
            </a:r>
          </a:p>
          <a:p>
            <a:r>
              <a:t>If the network does not allow it, this picture is the same model, rendered in Blender.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 it from Android Studio 2026.1: device Medium_Phone, then Run 'app'.</a:t>
            </a:r>
          </a:p>
          <a:p>
            <a:r>
              <a:t>The emergency card is the fix from the recheck: before it, an app restarted</a:t>
            </a:r>
          </a:p>
          <a:p>
            <a:r>
              <a:t>mid-emergency had no way to see the emergency, or to say "I'm safe".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first three rows have numbers because each test was run against the old</a:t>
            </a:r>
          </a:p>
          <a:p>
            <a:r>
              <a:t>code first and failed with exactly those figures: 12 codes, 4 sessions, 23 to 24.</a:t>
            </a:r>
          </a:p>
          <a:p>
            <a:r>
              <a:t>That is the standard for "fixed" on this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Sai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container, one PostGIS database — live on Render + Neon in Singapore.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68 routes, 65 under /v1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56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NEW · MODELLED IN BLENDER · DRAWN WITH THREE.JS · FED BY THE RUNNING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layer, live in 3D</a:t>
            </a:r>
          </a:p>
        </p:txBody>
      </p:sp>
      <p:pic>
        <p:nvPicPr>
          <p:cNvPr id="5" name="Picture 4" descr="_fit_layers_rend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1874519"/>
            <a:ext cx="6035040" cy="37719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874519"/>
            <a:ext cx="6035040" cy="37719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0" y="1874519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2860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Modelled in Blender 5.2 by a script: 7 layers, 31 parts, each a model of what it stands for; Draco-compressed to 595 KB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3464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Drawn in the browser with three.js: bloom, reflections, turn it any way, zoom, arrow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38328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every 8 s: API round trip, database latency, detections and corridor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93192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Three journeys, step by step: a booking, an SOS with no signal, RAKSHA finding a pothole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448056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Embedded on the project site, the app home and the showcase; opens inside the Android app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5029200"/>
            <a:ext cx="429768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Honest labels: the moving packets are illustration; detection positions are simulated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806440"/>
            <a:ext cx="6035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"/>
              </a:rPr>
              <a:t>app.roadassistbharat.online/layers.html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endParaRPr sz="10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endParaRPr sz="110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Trained models DO exist — YOLO11 for road damage: best run YOLO11s, mAP50 0.472; RAKSHA's demo detections come from a YOLO11n, mAP50 0.443. Both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endParaRPr sz="1050" b="0" i="0">
              <a:solidFill>
                <a:srgbClr val="F4F7FB"/>
              </a:solidFill>
              <a:latin typeface="Segoe UI"/>
            </a:endParaRP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KOTLIN + JETPACK COMPOSE · 109 TESTS · CAPTURED FROM ANDROID STUDIO'S EMULATOR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Android app, on the emulator</a:t>
            </a:r>
          </a:p>
        </p:txBody>
      </p:sp>
      <p:pic>
        <p:nvPicPr>
          <p:cNvPr id="5" name="Picture 4" descr="_fit_android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1828800"/>
            <a:ext cx="2011680" cy="36118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6868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the new Layers in 3D card</a:t>
            </a:r>
          </a:p>
        </p:txBody>
      </p:sp>
      <p:pic>
        <p:nvPicPr>
          <p:cNvPr id="8" name="Picture 7" descr="_fit_android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0" y="1828800"/>
            <a:ext cx="2011680" cy="361188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356616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Layers in 3D · live, in a WebView</a:t>
            </a:r>
          </a:p>
        </p:txBody>
      </p:sp>
      <p:pic>
        <p:nvPicPr>
          <p:cNvPr id="11" name="Picture 10" descr="_fit_android_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1828800"/>
            <a:ext cx="2011680" cy="36118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6364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8076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 journey playing · step 5 of 8</a:t>
            </a:r>
          </a:p>
        </p:txBody>
      </p:sp>
      <p:pic>
        <p:nvPicPr>
          <p:cNvPr id="14" name="Picture 13" descr="_fit_android_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1828800"/>
            <a:ext cx="2011680" cy="361188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8961120" y="1828800"/>
            <a:ext cx="2011680" cy="361188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0" y="550468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An open emergency, found after a restart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89788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109 Android unit tests · 0 lint errors · 8 languages · the emergency card is shown against a local test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CHECKED, NOT COUNTED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checks against a local stub of Razorpay's API, no account: forged signature, replay, wrong amount — outside the 760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EACH NEW TEST FAILS ON THE OLD CODE AND PASSES ON THE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Found in the recheck, and proved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WHAT WAS WRONG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FF4D5E"/>
                </a:solidFill>
                <a:latin typeface="Segoe UI"/>
              </a:rPr>
              <a:t>BEFORE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1874519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34D399"/>
                </a:solidFill>
                <a:latin typeface="Segoe UI"/>
              </a:rPr>
              <a:t>AFTER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33172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Twelve simultaneous code requests for one number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233172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12 codes 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33172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5 · the cap holds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752344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2843784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One sign-in code redeemed eight times at once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84378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4 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843784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1 session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264408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335584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customer marks their own job done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355848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mechanic's public count 23 →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355848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unchanged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776472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386791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Email sign-in answered slower for real accounts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3867912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revealed who is registered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3867912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same answer for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4288536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4379976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Code-guessing alerts on protected accounts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4379976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be crowded 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15400" y="4379976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always sent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77240" y="4800600"/>
            <a:ext cx="10607040" cy="43891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4400" y="489204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App restarted mid-emergency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4892040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FF4D5E"/>
                </a:solidFill>
                <a:latin typeface="Segoe UI"/>
              </a:rPr>
              <a:t>could not close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15400" y="489204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34D399"/>
                </a:solidFill>
                <a:latin typeface="Segoe UI"/>
              </a:rPr>
              <a:t>card: I'm safe · False alarm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440680"/>
            <a:ext cx="10607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Also fixed: a map tile retried once on a network blip, a 10 s deadline on the email service, a lock on the demo seed, a map that no longer asks for a request it knows will be refused, and eight fixes in the 3D page from a code review.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CONSUME managed Postgres (Neon)
+ a container platform (Render)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cloud. Demo: Render + Neon in Singapore — the free tiers offer no India region. Production target: an Indian region, because “No PII leaves India” — logs, backups and crash reports included.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68 routes (65 under /v1),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760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22 Razorpay stub checks sit outside this total.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194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760 passed · 0 failed · 0 skipped   •   coverage 95.68% lines on the pure domain modules   •   0 server errors across the sweep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mock on the demo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demo is one free-tier instance in Singapore (Render + Neon) — no India region,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 checks run only against a local stub of Razorpay's API, outside the 760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0" rIns="54864" bIns="0" rtlCol="0" anchor="ctr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32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33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74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36576" rIns="73152" bIns="36576" rtlCol="0" anchor="ctr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760 assertions · 6 suites · 0 failures  •  56 tables · 68 routes · 11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 thruBlk="1"/>
      </p:transition>
    </mc:Choice>
    <mc:Fallback>
      <p:transition spd="med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5220</Words>
  <Application>Microsoft Office PowerPoint</Application>
  <PresentationFormat>Widescreen</PresentationFormat>
  <Paragraphs>788</Paragraphs>
  <Slides>35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1" baseType="lpstr"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SAATHWIK'S A15</cp:lastModifiedBy>
  <cp:revision>2</cp:revision>
  <dcterms:created xsi:type="dcterms:W3CDTF">2013-01-27T09:14:16Z</dcterms:created>
  <dcterms:modified xsi:type="dcterms:W3CDTF">2026-09-27T08:17:00Z</dcterms:modified>
  <cp:category/>
</cp:coreProperties>
</file>