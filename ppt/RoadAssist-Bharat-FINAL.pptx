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1913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>
            <a:endParaRPr/>
          </a:p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25,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the live page here if the network allows: it turns by itself, and the</a:t>
            </a:r>
          </a:p>
          <a:p>
            <a:r>
              <a:t>numbers in the side panel are read from the running platform while you talk.</a:t>
            </a:r>
          </a:p>
          <a:p>
            <a:r>
              <a:t>Press play on "SOS with no signal" to walk the offline path layer by layer.</a:t>
            </a:r>
          </a:p>
          <a:p>
            <a:r>
              <a:t>If the network does not allow it, this picture is the same model, rendered in Blender.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  <a:p>
            <a:endParaRPr/>
          </a:p>
          <a:p>
            <a:r>
              <a:t>A voice call often connects where data cannot, so the off-grid screen puts a</a:t>
            </a:r>
          </a:p>
          <a:p>
            <a:r>
              <a:t>Call 112 button first, then 1033 (NHAI's national-highway helpline), 108/102</a:t>
            </a:r>
          </a:p>
          <a:p>
            <a:r>
              <a:t>(state ambulance, varies by state), 100 and 101. Text my location fills in the</a:t>
            </a:r>
          </a:p>
          <a:p>
            <a:r>
              <a:t>SOS reference, position and time; the user chooses who gets it. With no GPS fix</a:t>
            </a:r>
          </a:p>
          <a:p>
            <a:r>
              <a:t>the SOS is raised without a position and says "Location unknown", never a</a:t>
            </a:r>
          </a:p>
          <a:p>
            <a:r>
              <a:t>made-up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question a stranded driver actually has is "where is the nearest hospital, and</a:t>
            </a:r>
          </a:p>
          <a:p>
            <a:r>
              <a:t>how long will the mechanic take by road". All of it is open data; the design problem is</a:t>
            </a:r>
          </a:p>
          <a:p>
            <a:r>
              <a:t>privacy, because every one of these hosts is outside India.</a:t>
            </a:r>
          </a:p>
          <a:p>
            <a:endParaRPr/>
          </a:p>
          <a:p>
            <a:r>
              <a:t>So the server makes every call, never the browser; positions are rounded to about 110 m</a:t>
            </a:r>
          </a:p>
          <a:p>
            <a:r>
              <a:t>(about 1 km for a nearby search) before they leave; answers are cached and paced to the</a:t>
            </a:r>
          </a:p>
          <a:p>
            <a:r>
              <a:t>providers' terms; and it is off in development, test and CI. ADR-0012 states the tension</a:t>
            </a:r>
          </a:p>
          <a:p>
            <a:r>
              <a:t>with "no PII leaves India" rather than hiding it: acceptable for a demo that already runs</a:t>
            </a:r>
          </a:p>
          <a:p>
            <a:r>
              <a:t>in Singapore, not for production, where self-hosted Nominatim and OSRM in an Indian</a:t>
            </a:r>
          </a:p>
          <a:p>
            <a:r>
              <a:t>region is the answer.</a:t>
            </a:r>
          </a:p>
          <a:p>
            <a:endParaRPr/>
          </a:p>
          <a:p>
            <a:r>
              <a:t>If challenged on testing: the live providers are not covered by any automated suite,</a:t>
            </a:r>
          </a:p>
          <a:p>
            <a:r>
              <a:t>because the routes are off where tests run. Unit tests cover coarsening, the region</a:t>
            </a:r>
          </a:p>
          <a:p>
            <a:r>
              <a:t>check, the cache, the pacer and the parsers; the e2e journey covers auth, the region</a:t>
            </a:r>
          </a:p>
          <a:p>
            <a:r>
              <a:t>refusal and the disabled answer. The figures in the amber strip are one sample lookup.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Before this, each live detection named an RDD2022 frame the server never had, so</a:t>
            </a:r>
          </a:p>
          <a:p>
            <a:r>
              <a:t>every photo request returned 404 and the tile stayed blank.</a:t>
            </a:r>
          </a:p>
          <a:p>
            <a:endParaRPr/>
          </a:p>
          <a:p>
            <a:r>
              <a:t>The honest way to show a frame is to show the model's own output, not a picture with boxes</a:t>
            </a:r>
          </a:p>
          <a:p>
            <a:r>
              <a:t>drawn by hand. render_frames.py runs the same checkpoint the detections came from and keeps</a:t>
            </a:r>
          </a:p>
          <a:p>
            <a:r>
              <a:t>only boxes that match a listed detection by class and confidence. 65 of 65 matched; a wrong</a:t>
            </a:r>
          </a:p>
          <a:p>
            <a:r>
              <a:t>checkpoint would fail the run instead of publishing.</a:t>
            </a:r>
          </a:p>
          <a:p>
            <a:endParaRPr/>
          </a:p>
          <a:p>
            <a:r>
              <a:t>Positions are simulated, and the viewer says so. A false positive can now be dismissed by</a:t>
            </a:r>
          </a:p>
          <a:p>
            <a:r>
              <a:t>an authority with a reason, audited; it can close an incident, never dispatch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it from Android Studio 2026.1: device Medium_Phone, then Run 'app'.</a:t>
            </a:r>
          </a:p>
          <a:p>
            <a:r>
              <a:t>The emergency card is the fix from the recheck: before it, an app restarted</a:t>
            </a:r>
          </a:p>
          <a:p>
            <a:r>
              <a:t>mid-emergency had no way to see the emergency, or to say "I'm safe".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September hardening pass was a checklist review. What changed, in the order</a:t>
            </a:r>
          </a:p>
          <a:p>
            <a:r>
              <a:t>worth saying:</a:t>
            </a:r>
          </a:p>
          <a:p>
            <a:endParaRPr/>
          </a:p>
          <a:p>
            <a:r>
              <a:t>Sign-in on the hosted demo echoes the code, so before the fix any number, including a</a:t>
            </a:r>
          </a:p>
          <a:p>
            <a:r>
              <a:t>privileged one, could be signed into. Now only the published demo numbers, never a</a:t>
            </a:r>
          </a:p>
          <a:p>
            <a:r>
              <a:t>privileged role.</a:t>
            </a:r>
          </a:p>
          <a:p>
            <a:endParaRPr/>
          </a:p>
          <a:p>
            <a:r>
              <a:t>The web refresh token left localStorage for an HttpOnly cookie. Refresh reads the</a:t>
            </a:r>
          </a:p>
          <a:p>
            <a:r>
              <a:t>cookie only with a custom header, which a cross-site form cannot send: that is the CSRF</a:t>
            </a:r>
          </a:p>
          <a:p>
            <a:r>
              <a:t>guard. The CSP no longer allows inline scripts; each one is allowed by a SHA-256 hash</a:t>
            </a:r>
          </a:p>
          <a:p>
            <a:r>
              <a:t>computed at boot, and a test fails if a served page has an inline script it does not</a:t>
            </a:r>
          </a:p>
          <a:p>
            <a:r>
              <a:t>cover. Sign-out now happens on the server and revokes the whole family.</a:t>
            </a:r>
          </a:p>
          <a:p>
            <a:endParaRPr/>
          </a:p>
          <a:p>
            <a:r>
              <a:t>The unsigned SMS webhook refuses real numbers, and behind Cloudflare the client address</a:t>
            </a:r>
          </a:p>
          <a:p>
            <a:r>
              <a:t>comes from CF-Connecting-IP rather than X-Forwarded-For, which the caller writes.</a:t>
            </a:r>
          </a:p>
          <a:p>
            <a:endParaRPr/>
          </a:p>
          <a:p>
            <a:r>
              <a:t>If challenged: 106 self-written attacks is not an external penetration test, and the</a:t>
            </a:r>
          </a:p>
          <a:p>
            <a:r>
              <a:t>slide says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bugs, each found, then proved by a test that failed on the old code before the</a:t>
            </a:r>
          </a:p>
          <a:p>
            <a:r>
              <a:t>fix went in. That is the standard for "fixed" on this project.</a:t>
            </a:r>
          </a:p>
          <a:p>
            <a:endParaRPr/>
          </a:p>
          <a:p>
            <a:r>
              <a:t>Dispatch: two dispatches of one booking could both send a wave if the second arrived after</a:t>
            </a:r>
          </a:p>
          <a:p>
            <a:r>
              <a:t>the first's claim but before its offers existed. The concurrency suite (6d) caught it</a:t>
            </a:r>
          </a:p>
          <a:p>
            <a:r>
              <a:t>intermittently as 200, 200, 409. A per-booking try-lock now covers the claim and the wave.</a:t>
            </a:r>
          </a:p>
          <a:p>
            <a:endParaRPr/>
          </a:p>
          <a:p>
            <a:r>
              <a:t>SMS SOS: the most serious in spirit. The record said contacts were alerted and nobody was</a:t>
            </a:r>
          </a:p>
          <a:p>
            <a:r>
              <a:t>texted. It now goes through the confirm path's guards and records how many were sent.</a:t>
            </a:r>
          </a:p>
          <a:p>
            <a:endParaRPr/>
          </a:p>
          <a:p>
            <a:r>
              <a:t>Audit: the verifier re-hashed only the first 2,000 rows (operations view) or 5,000 (audit</a:t>
            </a:r>
          </a:p>
          <a:p>
            <a:r>
              <a:t>endpoint) and still answered "intact". It now verifies the whole chain from a checkpoint</a:t>
            </a:r>
          </a:p>
          <a:p>
            <a:r>
              <a:t>and names the range it checked.</a:t>
            </a:r>
          </a:p>
          <a:p>
            <a:endParaRPr/>
          </a:p>
          <a:p>
            <a:r>
              <a:t>Sign-out race: 8 of 8 racing refreshes kept a working session on the old code. Sign-out</a:t>
            </a:r>
          </a:p>
          <a:p>
            <a:r>
              <a:t>and rotation now serialise on the family's lock.</a:t>
            </a:r>
          </a:p>
          <a:p>
            <a:endParaRPr/>
          </a:p>
          <a:p>
            <a:r>
              <a:t>Break-glass: the response claimed the subject had been notified even when the SMS failed.</a:t>
            </a:r>
          </a:p>
          <a:p>
            <a:r>
              <a:t>It now reports what actually happened.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Click the film to play it (30 seconds, sound on). It is embedded in the</a:t>
            </a:r>
          </a:p>
          <a:p>
            <a:r>
              <a:t>file, so it plays without internet. Every figure in it comes from</a:t>
            </a:r>
          </a:p>
          <a:p>
            <a:r>
              <a:t>app/docs/measured.json; the dashboard clip is tagged 'simulated device data'</a:t>
            </a:r>
          </a:p>
          <a:p>
            <a:r>
              <a:t>because those detections come from the simulator,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pic>
        <p:nvPicPr>
          <p:cNvPr id="8" name="Picture 7" descr="_fit_final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234440"/>
            <a:ext cx="4937760" cy="2514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234440"/>
            <a:ext cx="4937760" cy="2514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V. Saatwik Sairaam · P. Sai Nirisha Chowdary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T. V. S. Jignesh · G. Parthavi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container, one PostGIS database — live on Render + Neon in Singapore.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74 routes, 71 under /v1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58 tables  ·  63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NEW · MODELLED IN BLENDER · DRAWN WITH THREE.JS · FED BY THE RUNNING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layer, live in 3D</a:t>
            </a:r>
          </a:p>
        </p:txBody>
      </p:sp>
      <p:pic>
        <p:nvPicPr>
          <p:cNvPr id="5" name="Picture 4" descr="_fit_layers_re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6035040" cy="3771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874519"/>
            <a:ext cx="6035040" cy="37719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0" y="1874519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2860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Modelled in Blender 5.2 by a script: 7 layers, 31 parts, each a model of what it stands for; Draco-compressed to 595 KB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3464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Drawn in the browser with three.js: bloom, reflections, turn it any way, zoom, arrow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38328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every 8 s: API round trip, database latency, detections and corridor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93192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Three journeys, step by step: a booking, an SOS with no signal, RAKSHA finding a pothole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48056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Embedded on the project site, the app home and the showcase; opens inside the Android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0292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Honest labels: the moving packets are illustration; detection positions are simulated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"/>
              </a:rPr>
              <a:t>app.roadassistbharat.online/layers.html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069080"/>
            <a:ext cx="2743200" cy="146304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41080" y="4187952"/>
            <a:ext cx="2377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contacted; the ERSS 112 handoff is a stub. One tap dials 112, 1033 (NHAI) or 108. Text my location opens the SMS app; the user presses Send.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Trained models DO exist — YOLO11 for road damage: best run YOLO11s, mAP50 0.472; RAKSHA's demo detections come from a YOLO11n, mAP50 0.443. Both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dispatch inbox, live badge, job lifecycle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OPENSTREETMAP · OSRM · OPEN-METEO · USGS · ADR-0012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Location services from open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82735" y="493775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pic>
        <p:nvPicPr>
          <p:cNvPr id="6" name="Picture 5" descr="_fit_android_n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3657600" cy="270662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874519"/>
            <a:ext cx="3657600" cy="2706624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46451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Android · the Near you card on the emulator, real OpenStreetMap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74519"/>
            <a:ext cx="3291840" cy="290779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46320" y="20116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WHAT IT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04288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NEAR YOU · WEB AND ANDROID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523744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Nearest address; the nearest hospital, police, fuel, EV charger and repair shop. Call only where the map has a number, and call 112 under every result.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72968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TRACKING CARD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392424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Road distance and time beside the straight-line figure, labelled as no live traffic.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840480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RAKSHA CORRIDOR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4059936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Lowest visibility, US AQI at both ends (smog flagged above 150), magnitude 4+ earthquakes in the last 7 days.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874519"/>
            <a:ext cx="3291840" cy="290779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75320" y="20116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PRIVACY, BY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33172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Server-side only: the page calls this platform, so no visitor's IP reaches a provider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80720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Coarsened first: about 110 m for an address or route, about 1 km for a 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282696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Cached (10 min to 24 h) and paced to about one request a second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758183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Off in development, test and CI: no test run calls a donated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23367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Five hosts declared, all outside India: a stated exception to “no PII leaves India”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4956048"/>
            <a:ext cx="6720840" cy="74980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28032" y="5029200"/>
            <a:ext cx="6400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F5B14C"/>
                </a:solidFill>
                <a:latin typeface="Segoe UI"/>
              </a:rPr>
              <a:t>SAMPLE LOOKUP AT THE NH-48 DEMO POINT · MEASURED IN TESTING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28032" y="5321808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Sector 12, Gurgaon, Haryana 122001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77456" y="5321808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Aarvy Hospital · 290 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22208" y="5321808"/>
            <a:ext cx="134416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Road 28.4 km · 33 min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21240" y="5321808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US AQI 195 · Unhealthy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85216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Community map data: a place can be missing or closed, and the card says to call before relying on it. Dispatch still ranks by PostGIS distance; the road time decides nothing.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RDD2022 INDIA · YOLO11 · EVERY BOX IS THE MODEL'S OWN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RAKSHA: the frame the model saw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82735" y="493775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pic>
        <p:nvPicPr>
          <p:cNvPr id="6" name="Picture 5" descr="_fit_raksha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2103120" cy="2103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India_000914 · 3 road damage, 1 pothole</a:t>
            </a:r>
          </a:p>
        </p:txBody>
      </p:sp>
      <p:pic>
        <p:nvPicPr>
          <p:cNvPr id="9" name="Picture 8" descr="_fit_raksha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5808" y="1874519"/>
            <a:ext cx="2103120" cy="2103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035808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India_000053 · road damage 0.89, pothole 0.41</a:t>
            </a:r>
          </a:p>
        </p:txBody>
      </p:sp>
      <p:pic>
        <p:nvPicPr>
          <p:cNvPr id="12" name="Picture 11" descr="_fit_raksha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4376" y="1874519"/>
            <a:ext cx="2103120" cy="21031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294376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48656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India_000970 · road damage 0.92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6620256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4572000"/>
            <a:ext cx="6217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HOW THE FRAMES WERE MADE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34D399"/>
                </a:solidFill>
                <a:latin typeface="Segoe UI Semibold"/>
              </a:rPr>
              <a:t>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RDD2022 India frames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4952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34D399"/>
                </a:solidFill>
                <a:latin typeface="Segoe UI Semibold"/>
              </a:rPr>
              <a:t>65 / 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44952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live detections matched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9783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F4F7FB"/>
                </a:solidFill>
                <a:latin typeface="Segoe UI Semibold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3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unmatched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559552"/>
            <a:ext cx="6263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render_frames.py re-runs the SAME weights (runs/runs/full) on the images behind the live detections and keeps only boxes whose class and confidence match a listed one. An unmatched detection fails the run.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1874519"/>
            <a:ext cx="3749039" cy="4297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63840" y="2029968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ON THE 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3774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HAZARD PHOTOS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5968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A gallery of the frames and citizen photos, and a photo tile on each detection.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32918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THE VIEWER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35112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Full screen, with the dataset credit (Arya et al., CC BY-SA 4.0) and “location SIMULATED”: RDD2022 images carry no GPS.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2062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MAP POPUPS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4256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Each detection's popup shows its frame and opens the same viewer.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51206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DISMISS AS FALSE POSITIVE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53400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Admin or officer only, with a written reason, recorded in the audit chain. It is the state machine's cancel: it closes, never dispatches (ADR-0011).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KOTLIN + JETPACK COMPOSE · 137 TESTS · CAPTURED FROM ANDROID STUDIO'S EMULATOR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Android app, on the emulator</a:t>
            </a:r>
          </a:p>
        </p:txBody>
      </p:sp>
      <p:pic>
        <p:nvPicPr>
          <p:cNvPr id="5" name="Picture 4" descr="_fit_android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828800"/>
            <a:ext cx="2011680" cy="3611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the new Layers in 3D card</a:t>
            </a:r>
          </a:p>
        </p:txBody>
      </p:sp>
      <p:pic>
        <p:nvPicPr>
          <p:cNvPr id="8" name="Picture 7" descr="_fit_android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828800"/>
            <a:ext cx="2011680" cy="3611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6616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Layers in 3D · live, in a WebView</a:t>
            </a:r>
          </a:p>
        </p:txBody>
      </p:sp>
      <p:pic>
        <p:nvPicPr>
          <p:cNvPr id="11" name="Picture 10" descr="_fit_android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1828800"/>
            <a:ext cx="2011680" cy="3611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6364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 journey playing · step 5 of 8</a:t>
            </a:r>
          </a:p>
        </p:txBody>
      </p:sp>
      <p:pic>
        <p:nvPicPr>
          <p:cNvPr id="14" name="Picture 13" descr="_fit_android_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0" y="1828800"/>
            <a:ext cx="2011680" cy="36118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6112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 open emergency, found after a restart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8978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179 Android unit tests · 0 lint errors · 8 languages · the emergency card is shown against a local test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CHECKED, NOT COUNTED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checks against a local stub of Razorpay's API, no account: forged signature, replay, wrong amount — outside the 1137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NINE LAYERS, AND 106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Refreshed by the September 2026 hardening pass. The suite passes when the platform refuses.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10-minute JWT; rotating
refresh, reuse burns the family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DEMO SIGN-IN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an echoed code works only for demo
numbers, never a privileged role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REFRESH COOKIE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web: HttpOnly cookie, CSRF-guarded
by a custom X-RA-Client header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SERVER LOGOUT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revokes the whole session family;
a racing refresh loses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STRICT CSP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no 'unsafe-inline' scripts: SHA-256
hashes at boot, tested for gaps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 +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operator surfaces,
checked at the resource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client IP from CF-Connecting-IP;
never on SOS escalation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unsigned SMS intake refuses real
numbers; payments HMAC-signed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append-only; whole
chain verified from a checkpoint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2103120"/>
            <a:ext cx="2514600" cy="2944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06840" y="2377440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106 / 106</a:t>
            </a:r>
          </a:p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429000"/>
            <a:ext cx="21488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security-audit.mjs, run in CI.</a:t>
            </a:r>
          </a:p>
          <a:p>
            <a:pPr algn="ctr">
              <a:lnSpc>
                <a:spcPct val="130000"/>
              </a:lnSpc>
            </a:pPr>
            <a:endParaRPr sz="900" b="0" i="0">
              <a:solidFill>
                <a:srgbClr val="93A1B5"/>
              </a:solidFill>
              <a:latin typeface="Segoe UI"/>
            </a:endParaRPr>
          </a:p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Self-written attacks. No external penetration test has been done.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57800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Every source file, the Git history and the live hosts were searched for secrets first: none found; /.env, /.git/config and source maps answer 404.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Medical break-glass needs a role, a LIVE incident and a written reason, and writes a tamper-evident row. Logs redact codes, numbers and coordinates.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Still open, and said so: the 10-minute access token sits in sessionStorage, and style-src keeps 'unsafe-inline'.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EACH NEW TEST FAILS ON THE OLD CODE AND PASSES ON THE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Found in the recheck, and proved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WHAT WAS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6360" y="187451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FF4D5E"/>
                </a:solidFill>
                <a:latin typeface="Segoe UI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874519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34D399"/>
                </a:solidFill>
                <a:latin typeface="Segoe UI"/>
              </a:rPr>
              <a:t>AFTER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340864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Two dispatches of one booking at the same instant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235000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both sent a wave · 200, 200, 409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3500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per-booking try-lock: one wins, the rest 409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34056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834640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SMS SOS recorded a “contacts alerted”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84378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texted nobody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843784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texts through the confirm guards, count recorded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27832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328416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audit check re-verified only the oldest 2,000–5,000 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3337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still said “intact”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33756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whole chain from a checkpoint, range stated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21608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3822192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 device's image reference, joined to the upload folder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383133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could read and delete files outside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831336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refused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215384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4315968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Sign-out while a refresh was in flight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432511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session survived · 8 of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325112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session ended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7091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4809744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Break-glass response to the responder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481888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always “the subject has been notified”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48188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sent · opted out · failed · no number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30352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Also fixed: STOP/START opt-out is actually stored and honoured, a cancelled booking withdraws its open offers, the five-contact cap no longer races past five, hazard photos no longer always answer 401 for citizens, and the Android Near you card no longer goes stale after a location-permission grant.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CONSUME managed Postgres (Neon)
+ a container platform (Render)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cloud. Demo: Render + Neon in Singapore — the free tiers offer no India region. Production target: an Indian region, because “No PII leaves India” — logs, backups and crash reports included.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74 routes (71 under /v1),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1137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22 Razorpay stub checks sit outside this total.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451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SMS coordinates, i18n segment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1137 passed · 0 failed   •   0 server errors across the sweep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93852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984248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854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0482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46888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51460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1576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5786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999232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04495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1089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529584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575303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776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63931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59935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105655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306823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169663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59028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4636007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837175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470001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12064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0120" y="5166359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367527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754879" y="52303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193852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1984248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1854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mock on the demo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0482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246888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80" y="251460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Location services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271576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server-side, coarsened, cached, off in tests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25786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2999232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55080" y="304495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RAKSHA photo review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32461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 frames, viewer, false-positive dismiss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1089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3529584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55080" y="3575303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3776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363931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4059935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55080" y="4105655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4306823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4169663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72200" y="459028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355080" y="4636007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4837175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149840" y="470001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72200" y="512064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355080" y="5166359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5367527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149840" y="52303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demo is one free-tier Render + Neon instance in Singapore, no India region, no cluster; it sleeps after 15 min idle (keep-awake ping in progress).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Location lookups send positions, coarsened to about 110 m, to OpenStreetMap and OSRM servers in Germany/EU. Declared (ADR-0012).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 checks run only against a local stub of Razorpay's API, outside the 1137 — never a real account.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Self-hosted map services in an Indian region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FILM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RoadAssist Bharat in 30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Real app footage and real screenshots; the drawn scenes are tagged as illustrations.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7498079" cy="42245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roadassist-promo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68680" y="1874519"/>
            <a:ext cx="73152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0" y="1874519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Request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5786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nearest verified mechanic, ranked by PostGIS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15468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447287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stored on the device; 112 · 1033 · 108 one tap away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402336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RAKSHA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31596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YOLO11 boxes on real road frames, then authority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489204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Under the hood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18464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1137 automated checks, six suites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Segoe UI"/>
              </a:rPr>
              <a:t>Also on the showcase: roadassistbharat.online/media/roadassist-promo.mp4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106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1137 assertions · 6 suites · 0 failures  •  58 tables · 74 routes · 13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6815</Words>
  <Application>Microsoft Office PowerPoint</Application>
  <PresentationFormat>Widescreen</PresentationFormat>
  <Paragraphs>937</Paragraphs>
  <Slides>38</Slides>
  <Notes>17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SAATHWIK'S A15</cp:lastModifiedBy>
  <cp:revision>2</cp:revision>
  <dcterms:created xsi:type="dcterms:W3CDTF">2013-01-27T09:14:16Z</dcterms:created>
  <dcterms:modified xsi:type="dcterms:W3CDTF">2026-10-04T15:24:10Z</dcterms:modified>
  <cp:category/>
</cp:coreProperties>
</file>