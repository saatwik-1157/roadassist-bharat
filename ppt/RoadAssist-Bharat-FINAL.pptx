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5432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69 routes, 66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69 routes (66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864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760 passed · 0 failed · 0 skipped   •   coverage 95.68% lines on the pure domain modules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760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84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864 assertions · 6 suites · 0 failures  •  56 tables · 69 routes · 11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5220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2026-09-28T18:44:17Z</dcterms:modified>
  <cp:category/>
</cp:coreProperties>
</file>