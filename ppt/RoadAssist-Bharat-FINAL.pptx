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/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68 routes, 65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760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68 routes (65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760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760 passed · 0 failed · 0 skipped   •   coverage 95.68% lines on the pure domain modules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760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760 assertions · 6 suites · 0 failures  •  56 tables · 68 routes · 11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