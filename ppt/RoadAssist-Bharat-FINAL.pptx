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7317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6815</Words>
  <Application>Microsoft Office PowerPoint</Application>
  <PresentationFormat>Widescreen</PresentationFormat>
  <Paragraphs>937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2026-10-04T02:08:09Z</dcterms:modified>
  <cp:category/>
</cp:coreProperties>
</file>