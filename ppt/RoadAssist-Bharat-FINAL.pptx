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0924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on the old code a refresh racing the sign-out could mint a session that</a:t>
            </a:r>
          </a:p>
          <a:p>
            <a:r>
              <a:t>outlived it. The test races several each run; on 5 Oct 0 of 7 kept a session.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the film to play it (30 seconds, sound on). It is embedded in the</a:t>
            </a:r>
          </a:p>
          <a:p>
            <a:r>
              <a:t>file, so it plays without internet. Every figure in it comes from</a:t>
            </a:r>
          </a:p>
          <a:p>
            <a:r>
              <a:t>app/docs/measured.json; the dashboard clip is tagged 'simulated device data'</a:t>
            </a:r>
          </a:p>
          <a:p>
            <a:r>
              <a:t>because those detections come from the simulator,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phone sign-in, the demo mechanics named on it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Sohna Road, Shivaji Nagar, Gurgaon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267 · 5 Oct (live)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179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179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 racing refresh outlived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1137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1137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(Render docs), so an external uptime monitor pings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1137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RoadAssist Bharat in 30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Real app footage and real screenshots; the drawn scenes are tagged as illustrations.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7498079" cy="42245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roadassist-pro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8680" y="1874519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874519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Request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5786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nearest verified mechanic, ranked by PostGIS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54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47287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stored on the device; 112 · 1033 · 108 one tap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233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RAKSHA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159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YOLO11 boxes on real road frames, then authority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89204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Under the hood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18464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1137 automated checks, six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Segoe UI"/>
              </a:rPr>
              <a:t>Also on the showcase: roadassistbharat.online/media/roadassist-promo.mp4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1137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6845</Words>
  <Application>Microsoft Office PowerPoint</Application>
  <PresentationFormat>Widescreen</PresentationFormat>
  <Paragraphs>938</Paragraphs>
  <Slides>38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2026-10-04T19:11:39Z</dcterms:modified>
  <cp:category/>
</cp:coreProperties>
</file>