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6632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22,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67 routes, 64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56 tables  ·  62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526280"/>
            <a:ext cx="2743200" cy="96012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681728"/>
            <a:ext cx="2377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contacted. The 112 handoff is a stub and the API says 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757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SEVEN LAYERS, AND 74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The suite passes when the platform refuses — “we tried and could not get in” is a stronger statement than “the code looks right”.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JWT, rotating refresh
with reuse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every
operator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RESOURCE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checked at the resource,
not just the route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LIMITING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per principal — and never
on SOS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INPUT 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at every boundary,
parameterised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 VERIFICATION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server-side amount,
signed webhook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append-only,
verified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98280" y="347472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74 / 74</a:t>
            </a:r>
          </a:p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Sensitive data: medical break-glass needs a role, a LIVE incident and a written reason, and writes a tamper-evident row.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Logs redact credentials, OTP codes, phone numbers, medical fields and coordinates — and that redaction is unit-tested.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Three real vulnerabilities were found by this suite during the audit and fixed: missing request ids on 401s, a 500 on malformed JSON, an unsigned SMS intake that did not say 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67 routes (64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757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757 passed · 0 failed · 0 skipped   •   coverage 95.68% lines on the pure domain modules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951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6791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28269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0215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8862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05655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59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509320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126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80" y="20756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2951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26791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8986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328269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50215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8862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4105655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448970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709159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509320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3126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instance in Singapore (Render + Neon) — no India region, no cluster.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757 — never a real account.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historical volume yet for predictive maintenance — the dead-zone heuristic is labelled heuristic v1.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74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757 assertions · 6 suites · 0 failures  •  56 tables · 67 routes · 11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4639</Words>
  <Application>Microsoft Office PowerPoint</Application>
  <PresentationFormat>Widescreen</PresentationFormat>
  <Paragraphs>731</Paragraphs>
  <Slides>32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2026-09-25T14:15:34Z</dcterms:modified>
  <cp:category/>
</cp:coreProperties>
</file>