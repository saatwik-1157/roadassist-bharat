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719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Sector 12, Gurgaon, Haryana 122001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137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172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6661</Words>
  <Application>Microsoft Office PowerPoint</Application>
  <PresentationFormat>Widescreen</PresentationFormat>
  <Paragraphs>918</Paragraphs>
  <Slides>37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2026-10-01T05:29:01Z</dcterms:modified>
  <cp:category/>
</cp:coreProperties>
</file>