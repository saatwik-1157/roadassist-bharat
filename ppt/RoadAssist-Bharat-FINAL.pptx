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96919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Opening. Say the positioning line and the promise, then move on — the</a:t>
            </a:r>
          </a:p>
          <a:p>
            <a:r>
              <a:t>evidence is in the next thirty slides.</a:t>
            </a:r>
          </a:p>
          <a:p>
            <a:endParaRPr/>
          </a:p>
          <a:p>
            <a:r>
              <a:t>The three adjectives are ordered deliberately: AI is the least novel, cloud is</a:t>
            </a:r>
          </a:p>
          <a:p>
            <a:r>
              <a:t>expected, network-resilient is the one nobody else in this cohort will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scenario, no statistics. The audience has all been on a highway</a:t>
            </a:r>
          </a:p>
          <a:p>
            <a:r>
              <a:t>with one bar. The right-hand column is the engineering restatement.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sentence at the bottom is the one that separates a demo from a</a:t>
            </a:r>
          </a:p>
          <a:p>
            <a:r>
              <a:t>product, and it is literally true — the whole journey is driven through the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Five of these six exist in some form in competing products. The</a:t>
            </a:r>
          </a:p>
          <a:p>
            <a:r>
              <a:t>sixth is the differentiator and the rest of the deck defends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Note what is NOT here: no Kubernetes, no load balancer, no message</a:t>
            </a:r>
          </a:p>
          <a:p>
            <a:r>
              <a:t>broker. They are in the target architecture on slide 25, and I keep the two</a:t>
            </a:r>
          </a:p>
          <a:p>
            <a:r>
              <a:t>diagrams apart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the live page here if the network allows: it turns by itself, and the</a:t>
            </a:r>
          </a:p>
          <a:p>
            <a:r>
              <a:t>numbers in the side panel are read from the running platform while you talk.</a:t>
            </a:r>
          </a:p>
          <a:p>
            <a:r>
              <a:t>Press play on "SOS with no signal" to walk the offline path layer by layer.</a:t>
            </a:r>
          </a:p>
          <a:p>
            <a:r>
              <a:t>If the network does not allow it, this picture is the same model, rendered in Blender.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Strongest architecture slide. The point: the right column is not a</a:t>
            </a:r>
          </a:p>
          <a:p>
            <a:r>
              <a:t>degraded version of the left, it is a different system that runs on the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If asked 'did you contact emergency services' — no, and the product</a:t>
            </a:r>
          </a:p>
          <a:p>
            <a:r>
              <a:t>says so in those words. That honesty is the feature.</a:t>
            </a:r>
          </a:p>
          <a:p>
            <a:endParaRPr/>
          </a:p>
          <a:p>
            <a:r>
              <a:t>A voice call often connects where data cannot, so the off-grid screen puts a</a:t>
            </a:r>
          </a:p>
          <a:p>
            <a:r>
              <a:t>Call 112 button first, then 1033 (NHAI's national-highway helpline), 108/102</a:t>
            </a:r>
          </a:p>
          <a:p>
            <a:r>
              <a:t>(state ambulance, varies by state), 100 and 101. Text my location fills in the</a:t>
            </a:r>
          </a:p>
          <a:p>
            <a:r>
              <a:t>SOS reference, position and time; the user chooses who gets it. With no GPS fix</a:t>
            </a:r>
          </a:p>
          <a:p>
            <a:r>
              <a:t>the SOS is raised without a position and says "Location unknown", never a</a:t>
            </a:r>
          </a:p>
          <a:p>
            <a:r>
              <a:t>made-up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 not call the diagnosis engine AI without qualifying it. The</a:t>
            </a:r>
          </a:p>
          <a:p>
            <a:r>
              <a:t>qualification is the credible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question a stranded driver actually has is "where is the nearest hospital, and</a:t>
            </a:r>
          </a:p>
          <a:p>
            <a:r>
              <a:t>how long will the mechanic take by road". All of it is open data; the design problem is</a:t>
            </a:r>
          </a:p>
          <a:p>
            <a:r>
              <a:t>privacy, because every one of these hosts is outside India.</a:t>
            </a:r>
          </a:p>
          <a:p>
            <a:endParaRPr/>
          </a:p>
          <a:p>
            <a:r>
              <a:t>So the server makes every call, never the browser; positions are rounded to about 110 m</a:t>
            </a:r>
          </a:p>
          <a:p>
            <a:r>
              <a:t>(about 1 km for a nearby search) before they leave; answers are cached and paced to the</a:t>
            </a:r>
          </a:p>
          <a:p>
            <a:r>
              <a:t>providers' terms; and it is off in development, test and CI. ADR-0012 states the tension</a:t>
            </a:r>
          </a:p>
          <a:p>
            <a:r>
              <a:t>with "no PII leaves India" rather than hiding it: acceptable for a demo that already runs</a:t>
            </a:r>
          </a:p>
          <a:p>
            <a:r>
              <a:t>in Singapore, not for production, where self-hosted Nominatim and OSRM in an Indian</a:t>
            </a:r>
          </a:p>
          <a:p>
            <a:r>
              <a:t>region is the answer.</a:t>
            </a:r>
          </a:p>
          <a:p>
            <a:endParaRPr/>
          </a:p>
          <a:p>
            <a:r>
              <a:t>If challenged on testing: the live providers are not covered by any automated suite,</a:t>
            </a:r>
          </a:p>
          <a:p>
            <a:r>
              <a:t>because the routes are off where tests run. Unit tests cover coarsening, the region</a:t>
            </a:r>
          </a:p>
          <a:p>
            <a:r>
              <a:t>check, the cache, the pacer and the parsers; the e2e journey covers auth, the region</a:t>
            </a:r>
          </a:p>
          <a:p>
            <a:r>
              <a:t>refusal and the disabled answer. The figures in the amber strip are one sample lookup.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Before this, each live detection named an RDD2022 frame the server never had, so</a:t>
            </a:r>
          </a:p>
          <a:p>
            <a:r>
              <a:t>every photo request returned 404 and the tile stayed blank.</a:t>
            </a:r>
          </a:p>
          <a:p>
            <a:endParaRPr/>
          </a:p>
          <a:p>
            <a:r>
              <a:t>The honest way to show a frame is to show the model's own output, not a picture with boxes</a:t>
            </a:r>
          </a:p>
          <a:p>
            <a:r>
              <a:t>drawn by hand. render_frames.py runs the same checkpoint the detections came from and keeps</a:t>
            </a:r>
          </a:p>
          <a:p>
            <a:r>
              <a:t>only boxes that match a listed detection by class and confidence. 65 of 65 matched; a wrong</a:t>
            </a:r>
          </a:p>
          <a:p>
            <a:r>
              <a:t>checkpoint would fail the run instead of publishing.</a:t>
            </a:r>
          </a:p>
          <a:p>
            <a:endParaRPr/>
          </a:p>
          <a:p>
            <a:r>
              <a:t>Positions are simulated, and the viewer says so. A false positive can now be dismissed by</a:t>
            </a:r>
          </a:p>
          <a:p>
            <a:r>
              <a:t>an authority with a reason, audited; it can close an incident, never dispatch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 it from Android Studio 2026.1: device Medium_Phone, then Run 'app'.</a:t>
            </a:r>
          </a:p>
          <a:p>
            <a:r>
              <a:t>The emergency card is the fix from the recheck: before it, an app restarted</a:t>
            </a:r>
          </a:p>
          <a:p>
            <a:r>
              <a:t>mid-emergency had no way to see the emergency, or to say "I'm safe".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September hardening pass was a checklist review. What changed, in the order</a:t>
            </a:r>
          </a:p>
          <a:p>
            <a:r>
              <a:t>worth saying:</a:t>
            </a:r>
          </a:p>
          <a:p>
            <a:endParaRPr/>
          </a:p>
          <a:p>
            <a:r>
              <a:t>Sign-in on the hosted demo echoes the code, so before the fix any number, including a</a:t>
            </a:r>
          </a:p>
          <a:p>
            <a:r>
              <a:t>privileged one, could be signed into. Now only the published demo numbers, never a</a:t>
            </a:r>
          </a:p>
          <a:p>
            <a:r>
              <a:t>privileged role.</a:t>
            </a:r>
          </a:p>
          <a:p>
            <a:endParaRPr/>
          </a:p>
          <a:p>
            <a:r>
              <a:t>The web refresh token left localStorage for an HttpOnly cookie. Refresh reads the</a:t>
            </a:r>
          </a:p>
          <a:p>
            <a:r>
              <a:t>cookie only with a custom header, which a cross-site form cannot send: that is the CSRF</a:t>
            </a:r>
          </a:p>
          <a:p>
            <a:r>
              <a:t>guard. The CSP no longer allows inline scripts; each one is allowed by a SHA-256 hash</a:t>
            </a:r>
          </a:p>
          <a:p>
            <a:r>
              <a:t>computed at boot, and a test fails if a served page has an inline script it does not</a:t>
            </a:r>
          </a:p>
          <a:p>
            <a:r>
              <a:t>cover. Sign-out now happens on the server and revokes the whole family.</a:t>
            </a:r>
          </a:p>
          <a:p>
            <a:endParaRPr/>
          </a:p>
          <a:p>
            <a:r>
              <a:t>The unsigned SMS webhook refuses real numbers, and behind Cloudflare the client address</a:t>
            </a:r>
          </a:p>
          <a:p>
            <a:r>
              <a:t>comes from CF-Connecting-IP rather than X-Forwarded-For, which the caller writes.</a:t>
            </a:r>
          </a:p>
          <a:p>
            <a:endParaRPr/>
          </a:p>
          <a:p>
            <a:r>
              <a:t>If challenged: 106 self-written attacks is not an external penetration test, and the</a:t>
            </a:r>
          </a:p>
          <a:p>
            <a:r>
              <a:t>slide says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bugs, each found, then proved by a test that failed on the old code before the</a:t>
            </a:r>
          </a:p>
          <a:p>
            <a:r>
              <a:t>fix went in. That is the standard for "fixed" on this project.</a:t>
            </a:r>
          </a:p>
          <a:p>
            <a:endParaRPr/>
          </a:p>
          <a:p>
            <a:r>
              <a:t>Dispatch: two dispatches of one booking could both send a wave if the second arrived after</a:t>
            </a:r>
          </a:p>
          <a:p>
            <a:r>
              <a:t>the first's claim but before its offers existed. The concurrency suite (6d) caught it</a:t>
            </a:r>
          </a:p>
          <a:p>
            <a:r>
              <a:t>intermittently as 200, 200, 409. A per-booking try-lock now covers the claim and the wave.</a:t>
            </a:r>
          </a:p>
          <a:p>
            <a:endParaRPr/>
          </a:p>
          <a:p>
            <a:r>
              <a:t>SMS SOS: the most serious in spirit. The record said contacts were alerted and nobody was</a:t>
            </a:r>
          </a:p>
          <a:p>
            <a:r>
              <a:t>texted. It now goes through the confirm path's guards and records how many were sent.</a:t>
            </a:r>
          </a:p>
          <a:p>
            <a:endParaRPr/>
          </a:p>
          <a:p>
            <a:r>
              <a:t>Audit: the verifier re-hashed only the first 2,000 rows (operations view) or 5,000 (audit</a:t>
            </a:r>
          </a:p>
          <a:p>
            <a:r>
              <a:t>endpoint) and still answered "intact". It now verifies the whole chain from a checkpoint</a:t>
            </a:r>
          </a:p>
          <a:p>
            <a:r>
              <a:t>and names the range it checked.</a:t>
            </a:r>
          </a:p>
          <a:p>
            <a:endParaRPr/>
          </a:p>
          <a:p>
            <a:r>
              <a:t>Sign-out race: 8 of 8 racing refreshes kept a working session on the old code. Sign-out</a:t>
            </a:r>
          </a:p>
          <a:p>
            <a:r>
              <a:t>and rotation now serialise on the family's lock.</a:t>
            </a:r>
          </a:p>
          <a:p>
            <a:endParaRPr/>
          </a:p>
          <a:p>
            <a:r>
              <a:t>Break-glass: the response claimed the subject had been notified even when the SMS failed.</a:t>
            </a:r>
          </a:p>
          <a:p>
            <a:r>
              <a:t>It now reports what actually happened.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Read two or three, not all nine. The point is that the list exists and</a:t>
            </a:r>
          </a:p>
          <a:p>
            <a:r>
              <a:t>is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Click the film to play it (30 seconds, sound on). It is embedded in the</a:t>
            </a:r>
          </a:p>
          <a:p>
            <a:r>
              <a:t>file, so it plays without internet. Every figure in it comes from</a:t>
            </a:r>
          </a:p>
          <a:p>
            <a:r>
              <a:t>app/docs/measured.json; the dashboard clip is tagged 'simulated device data'</a:t>
            </a:r>
          </a:p>
          <a:p>
            <a:r>
              <a:t>because those detections come from the simulator, not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on the promise, then stop talking. If there is time, offer to run</a:t>
            </a:r>
          </a:p>
          <a:p>
            <a:r>
              <a:t>the security suite or the concurrency suite live — they take under a minute and</a:t>
            </a:r>
          </a:p>
          <a:p>
            <a:r>
              <a:t>they are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2.png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417320"/>
            <a:ext cx="10607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 spc="300">
                <a:solidFill>
                  <a:srgbClr val="22D3EE"/>
                </a:solidFill>
                <a:latin typeface="Segoe UI"/>
              </a:rPr>
              <a:t>SWE4004 · CLOUD COMPUTING AND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070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AI-Powered  ·  Cloud-Connected  ·  Network-Resilient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Emergency Mobility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977639"/>
            <a:ext cx="475488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pic>
        <p:nvPicPr>
          <p:cNvPr id="8" name="Picture 7" descr="_fit_final_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234440"/>
            <a:ext cx="4937760" cy="2514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46520" y="1234440"/>
            <a:ext cx="4937760" cy="2514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395020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922776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V. Saatwik Sairaam · P. Sai Nirisha Chowdary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27939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21040" y="42519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T. V. S. Jignesh · G. Parthavi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6085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FACULTY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58114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Dr. Nagendra Panini Challa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INSTITUTION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910328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VIT-AP University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A breakdown is not a software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…until you realise the app you would use to fix it needs the network you do not have.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A Swift stops on NH-48. Two hundred kilometres from home, one bar of signal.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07208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788920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 driver opens a roadside-assistance app. It shows a spinner.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6557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447288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Still a spinner. There is no way to tell whether anything was sent.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23944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105656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They give up and start calling numbers from a sticker on the windscreen.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057400"/>
            <a:ext cx="3291840" cy="2788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228600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200">
                <a:solidFill>
                  <a:srgbClr val="22D3EE"/>
                </a:solidFill>
                <a:latin typeface="Segoe UI"/>
              </a:rPr>
              <a:t>WHAT ACTUALLY FAILS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697480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Coverage is worst exactly where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breakdowns are most dangerous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26440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way to know if a request was 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31336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centralised incident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398264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Response time is unmeasured,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so it cannot be improved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One platform, from incident to resolution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DRIVER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reports a fault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04288" y="3154680"/>
            <a:ext cx="14630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68880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ROADASSIST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one platform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0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79392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 + INCIDENT
INTELLIGENCE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cause · severity
· capability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25312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89904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rank · offer
· escalate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35824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900416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accepts, drives,
fixes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46336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1092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RESOLUTION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invoice · payment
·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343400"/>
            <a:ext cx="10607040" cy="731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4526280"/>
            <a:ext cx="10149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4F7FB"/>
                </a:solidFill>
                <a:latin typeface="Segoe UI Semibold"/>
              </a:rPr>
              <a:t>Every step is real application state. No manual database editing anywhere in the normal workflow.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WHY ROADASSIST IS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Six things, and one that matters most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AI-ASSISTED
DIAGNOSIS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Rules engine, explainable,
same table on device and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DYNAMIC
DISPATCH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Ranked, wave-based,
busy providers excluded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REAL-TIME
TRACKING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Server-sent events,
measured at 65 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SECURE
PAYMENTS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Server-side amount,
signature-verified webhook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INCIDENT
INTELLIGENCE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Severity, capability,
tamper-evident audit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OFFLINE-FIRST
EMERGENCY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SOS with no network,
stored and forwarded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956048"/>
            <a:ext cx="10607040" cy="84124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5138928"/>
            <a:ext cx="10149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WHAT ACTUALLY RUNS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One container, one PostGIS database — live on Render + Neon in Singapore. Everything external is behind an adapter.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PWA · Android WebView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68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43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console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97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772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AUTHORITY / FLEET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RAKSHA dashboard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326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4400" y="2834640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WEB / PWA  ·  service worker, IndexedDB, connectivity manager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19856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" y="3694176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FASTIFY API  ·  74 routes, 71 under /v1  ·  zod validation  ·  SSE stream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279392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4400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 + 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· JWT · rotation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35808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PostGIS KNN · ladder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7216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EMERGENCY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SOS state machine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8623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OFFLINE SYNC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journal · conflicts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00032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order · webhook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72200" y="5276088"/>
            <a:ext cx="0" cy="21945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291840" y="5532120"/>
            <a:ext cx="576072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PostgreSQL 16 + PostGIS  ·  58 tables  ·  63 FKs  ·  5 GiST indexes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NEW · MODELLED IN BLENDER · DRAWN WITH THREE.JS · FED BY THE RUNNING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layer, live in 3D</a:t>
            </a:r>
          </a:p>
        </p:txBody>
      </p:sp>
      <p:pic>
        <p:nvPicPr>
          <p:cNvPr id="5" name="Picture 4" descr="_fit_layers_ren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6035040" cy="3771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874519"/>
            <a:ext cx="6035040" cy="37719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0" y="1874519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2860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Modelled in Blender 5.2 by a script: 7 layers, 31 parts, each a model of what it stands for; Draco-compressed to 595 KB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83464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Drawn in the browser with three.js: bloom, reflections, turn it any way, zoom, arrow keys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338328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every 8 s: API round trip, database latency, detections and corridor 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93192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Three journeys, step by step: a booking, an SOS with no signal, RAKSHA finding a pothole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448056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Embedded on the project site, the app home and the showcase; opens inside the Android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50292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Honest labels: the moving packets are illustration; detection positions are simulated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06440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"/>
              </a:rPr>
              <a:t>app.roadassistbharat.online/layers.html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NETWORK-RESILIENT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paths, and the second one is the product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34D399"/>
                </a:solidFill>
                <a:latin typeface="Segoe UI"/>
              </a:rPr>
              <a:t>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USER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91840" y="2926080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23444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ROADASSIST CLIENT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40" y="3712464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23444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CLOUD 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91840" y="4498848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23444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AI · DISPATCH · 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FF4D5E"/>
                </a:solidFill>
                <a:latin typeface="Segoe UI"/>
              </a:rPr>
              <a:t>OFF-GRID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CONNECTIVITY MANAGER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69680" y="2926080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1228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LOCAL EMERGENCY ENGINE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69680" y="3712464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1228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ENCRYPTED SYNC JOURNAL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69680" y="4498848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1228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NETWORK RETURNS → CLOUD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The connectivity manager decides which path runs — ONLINE, LIMITED or OFF-GRID — from measured evidence, never from navigator.onLine alone.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EMERGENCY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Off-grid 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 internet does not mean the emergency workflow disappears. It means it runs here instead.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182880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SOS HELD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70048" y="2331720"/>
            <a:ext cx="25603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44368" y="2057400"/>
            <a:ext cx="210312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CONNECTIVITY
CHECK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065776" y="1874519"/>
            <a:ext cx="329184" cy="338329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065776" y="2450592"/>
            <a:ext cx="329184" cy="612648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40680" y="1627632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ONLINE → SERVER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34640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NO → LOCAL SOS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52044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GPS IF AVAILABLE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29400" y="392277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440680" y="402336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ENCRYPTED LOCAL STORAGE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29400" y="442569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440680" y="452628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SYNC JOURNAL (op id + digest)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492861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40680" y="502920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NETWORK RESTORED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29400" y="543153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40680" y="553212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SERVER SYNC — idempotent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627632"/>
            <a:ext cx="3154680" cy="4023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58200" y="1828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WHAT THE USER IS TOLD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212848"/>
            <a:ext cx="274320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OFF-GRID SOS CREATED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No network connection detected.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Your emergency information is stored securely on this device and will be synchronized automatically when connectivity returns.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4069080"/>
            <a:ext cx="2743200" cy="1463040"/>
          </a:xfrm>
          <a:prstGeom prst="roundRect">
            <a:avLst>
              <a:gd name="adj" fmla="val 3500"/>
            </a:avLst>
          </a:prstGeom>
          <a:solidFill>
            <a:srgbClr val="131D30"/>
          </a:solidFill>
          <a:ln w="1270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41080" y="4187952"/>
            <a:ext cx="23774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“Nothing has been transmitted.”</a:t>
            </a:r>
          </a:p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We never claim emergency services were contacted; the ERSS 112 handoff is a stub. One tap dials 112, 1033 (NHAI) or 108. Text my location opens the SMS app; the user presses Send.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AI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Diagnosis: rules first, model optional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SYMPTOMS
+ OBD CODES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free text and
scanned codes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07208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53512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schema,
length + type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983479" y="2633472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129783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RULES ENGINE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9 rules, keyword
+ DTC scoring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59752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06055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REMOTE MODEL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optional, only if
configured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36024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482328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RESULT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cause · confidence
severity · 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THE SAFETY ASYMMETRY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977639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A model may make a drivability verdict STRICTER. It can never make one laxer.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rules result is always computed. A remote answer is used only if it clears AI_MIN_CONFIDENCE and does not contradict the rules on safety.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STATED PLAINLY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This is a deterministic rules engine, not machine learning. The UI labels it “rules-1.0.0”, and “LOCAL OFFLINE DIAGNOSIS” on the device.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Trained models DO exist — YOLO11 for road damage: best run YOLO11s, mAP50 0.472; RAKSHA's demo detections come from a YOLO11n, mAP50 0.443. Both measured.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EXPLAINABLE, NOT OPAQUE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Every field below is derived from a rule you can read, not from a weighting nobody can inspect.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INCIDENT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raised by user
or by signal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07208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53512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CLASSIFICATION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breakdown · accident
medical · unsafe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83479" y="2715768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9783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SEVERITY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1–5, from the
rule that matched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59752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06055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REQUIRED
CAPABILITY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service type
pre-selected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36024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82328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DISPATCH
PRIORITY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CRITICAL for accident
and medical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EXPLAINABLE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“Battery discharged or terminals loose” — because these keywords matched, at this confidence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6168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79" y="433425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Every prediction writes a model_predictions row: capability, version, confidence, latency, input HASH (never the text)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2861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HONEST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79" y="490118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Below 55% confidence the UI says so: “At 42% this is a suggestion, not a finding”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9554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NEVER FABRICATED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79" y="5468112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ETA unless a provider is travelling. No location unless GPS returned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SMART DISPATCH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Dispatch is dynamic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Work assigned at run time from a pool, by a score computed from live state, with timeout-driven re-scheduling.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AVAILABLE
PROVIDERS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PostGIS ST_DWithin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3969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23113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FILTER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off duty · already
committed · already asked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12463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03904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DISTANCE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KNN, true metres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85231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76672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SCORE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proximity 60%
rating 34%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0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949440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EXPLORATION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+6% under 20 jobs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30767" y="265176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52220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OFFER WAVE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N best, live push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0353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09497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row-locked,
exactly 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516636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5840" y="37033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THE BUG THIS AUDIT FOUND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069080"/>
            <a:ext cx="47091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Dispatch filtered on is_available alone — a duty toggle meaning “I am working today”, not “I am free now”. A mechanic already driving to one breakdown kept receiving offers for the next.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Fixed: provider state is DERIVED from live 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520440"/>
            <a:ext cx="512064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92240" y="37033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PROVIDER STATES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06908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5C6B80"/>
                </a:solidFill>
                <a:latin typeface="Segoe UI"/>
              </a:rPr>
              <a:t>OFFLINE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0690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off duty — never offered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45312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AVAILABLE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445312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free — offerable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83717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5B14C"/>
                </a:solidFill>
                <a:latin typeface="Segoe UI"/>
              </a:rPr>
              <a:t>OFFERED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83717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holding an offer — still offerable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22122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F4D5E"/>
                </a:solidFill>
                <a:latin typeface="Segoe UI"/>
              </a:rPr>
              <a:t>BUSY / EN_ROUTE / ON_JOB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5221224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committed — never offered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INCIDENT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guarded state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 client sends a command; only the transition table decides whether it is legal. Every change writes a timestamped event 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22D3EE"/>
                </a:solidFill>
                <a:latin typeface="Segoe UI"/>
              </a:rPr>
              <a:t>BOOKING — 13 states, 15 commands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REQUESTED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2660904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2960" y="276148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MATCHING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65960" y="309067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22960" y="319125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65960" y="3520440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2960" y="3621024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EN_ROUTE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65960" y="3950208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" y="4050791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ON_SITE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965960" y="4379976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22960" y="4480559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IN_PROGRESS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965960" y="4809744"/>
            <a:ext cx="0" cy="91439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" y="491032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COMPLETED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65960" y="523951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22960" y="534009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PAID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FF4D5E"/>
                </a:solidFill>
                <a:latin typeface="Segoe UI"/>
              </a:rPr>
              <a:t>EMERGENCY — ADR-0005 in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94760" y="233172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SOS_CREATED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DETECTED / AWAITING_CONFIRMATION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40680" y="299008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794760" y="320040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SOS_RECEIVED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CONFIRMED — a human stands behind it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40680" y="385876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794760" y="406907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RESPONDING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contacts alerted, responder searched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40680" y="472744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794760" y="493775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RESOLVED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closed — terminal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2286000"/>
            <a:ext cx="3749039" cy="3383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863840" y="248716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THE RULE THAT IS ENFORCED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2852928"/>
            <a:ext cx="329184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 model raises a SIGNAL. A human confirms an INCIDENT.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“escalate” is reachable only from CONFIRMED. There is no path from a model-detected crash to a dispatched responder that does not pass through a person.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That is one line in a transition table, and it is unit-tested.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LIVE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Real-time, but never the source of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Server-sent events over one long-lived GET. Persist first, publish second — always.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taps “En route”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930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749039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BACKEND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guarded UPDATE
commits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36208" y="2606040"/>
            <a:ext cx="21945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922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SSE PUBLISH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to customer
and mechanic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794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2354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 UI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refetches the
authoritative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9959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65 ms, against a 6-second poll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480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POLL WHILE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4531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60 s customer · 45 s mechanic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RECONNECT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9103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jittered backoff, automatic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WHEN THE STREAM DROPS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badge flips Live → Polling and the poll returns to its old cadence.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at-most-once and in-process. That is acceptable ONLY because the stream is never the only path — booking state is server-authoritative and the client refetches on reconnect.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REAL SCREENSHOTS · CAPTURED FROM THE RUNNING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Customer application</a:t>
            </a:r>
          </a:p>
        </p:txBody>
      </p:sp>
      <p:pic>
        <p:nvPicPr>
          <p:cNvPr id="5" name="Picture 4" descr="_fit_02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965960"/>
            <a:ext cx="2103120" cy="3566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SOS + readiness</a:t>
            </a:r>
          </a:p>
        </p:txBody>
      </p:sp>
      <p:pic>
        <p:nvPicPr>
          <p:cNvPr id="8" name="Picture 7" descr="_fit_03-vehi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656" y="1965960"/>
            <a:ext cx="2103120" cy="3566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962656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62656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Vehicle</a:t>
            </a:r>
          </a:p>
        </p:txBody>
      </p:sp>
      <p:pic>
        <p:nvPicPr>
          <p:cNvPr id="11" name="Picture 10" descr="_fit_04-ai-diagno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6944" y="1965960"/>
            <a:ext cx="2103120" cy="35661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266944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66944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Diagnosis</a:t>
            </a:r>
          </a:p>
        </p:txBody>
      </p:sp>
      <p:pic>
        <p:nvPicPr>
          <p:cNvPr id="14" name="Picture 13" descr="_fit_05-dispat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1232" y="1965960"/>
            <a:ext cx="2103120" cy="35661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71232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71232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Dispatch</a:t>
            </a:r>
          </a:p>
        </p:txBody>
      </p:sp>
      <p:pic>
        <p:nvPicPr>
          <p:cNvPr id="17" name="Picture 16" descr="_fit_12-activ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0" y="1965960"/>
            <a:ext cx="2103120" cy="356616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9875520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75520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Activity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61888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5C6B80"/>
                </a:solidFill>
                <a:latin typeface="Segoe UI"/>
              </a:rPr>
              <a:t>Captured by scripts/capture-screens.mjs against the live API — regenerable in ninety seconds, so they cannot drift from the product.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OTHER TWO SURFACES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Mechanic console and authority dashboard</a:t>
            </a:r>
          </a:p>
        </p:txBody>
      </p:sp>
      <p:pic>
        <p:nvPicPr>
          <p:cNvPr id="5" name="Picture 4" descr="_fit_13-mechanic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65960"/>
            <a:ext cx="5120640" cy="3291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Mechanic console · phone sign-in, the demo mechanics named on it</a:t>
            </a:r>
          </a:p>
        </p:txBody>
      </p:sp>
      <p:pic>
        <p:nvPicPr>
          <p:cNvPr id="8" name="Picture 7" descr="_fit_14-autho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965960"/>
            <a:ext cx="5120640" cy="3291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RAKSHA authority · live map, road health, detection triage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48640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Mechanic: availability · incoming request · accept · decline · en route · arrived · in service · complete — every transition persisted and pushed to the customer.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OPENSTREETMAP · OSRM · OPEN-METEO · USGS · ADR-0012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Location services from open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82735" y="493775"/>
            <a:ext cx="233172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pic>
        <p:nvPicPr>
          <p:cNvPr id="6" name="Picture 5" descr="_fit_android_n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3657600" cy="270662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1874519"/>
            <a:ext cx="3657600" cy="2706624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46451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Android · the Near you card on the emulator, real OpenStreetMap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874519"/>
            <a:ext cx="3291840" cy="290779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46320" y="2011680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WHAT IT ANSWERS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04288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NEAR YOU · WEB AND ANDROID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523744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Nearest address; the nearest hospital, police, fuel, EV charger and repair shop. Call only where the map has a number, and call 112 under every result.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72968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TRACKING CARD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392424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Road distance and time beside the straight-line figure, labelled as no live traffic.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3840480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RAKSHA CORRIDOR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4059936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Lowest visibility, US AQI at both ends (smog flagged above 150), magnitude 4+ earthquakes in the last 7 days.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874519"/>
            <a:ext cx="3291840" cy="290779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75320" y="2011680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PRIVACY, BY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331720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Server-side only: the page calls this platform, so no visitor's IP reaches a provider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807208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Coarsened first: about 110 m for an address or route, about 1 km for a 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3282696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Cached (10 min to 24 h) and paced to about one request a second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3758183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Off in development, test and CI: no test run calls a donated 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233672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Five hosts declared, all outside India: a stated exception to “no PII leaves India”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63440" y="4956048"/>
            <a:ext cx="6720840" cy="74980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28032" y="5029200"/>
            <a:ext cx="6400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F5B14C"/>
                </a:solidFill>
                <a:latin typeface="Segoe UI"/>
              </a:rPr>
              <a:t>SAMPLE LOOKUP AT THE NH-48 DEMO POINT · MEASURED IN TESTING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28032" y="5321808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Sector 12, Gurgaon, Haryana 122001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77456" y="5321808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Aarvy Hospital · 290 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22208" y="5321808"/>
            <a:ext cx="134416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Road 28.4 km · 33 min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21240" y="5321808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US AQI 195 · Unhealthy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85216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Community map data: a place can be missing or closed, and the card says to call before relying on it. Dispatch still ranks by PostGIS distance; the road time decides nothing.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RDD2022 INDIA · YOLO11 · EVERY BOX IS THE MODEL'S OWN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RAKSHA: the frame the model saw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82735" y="493775"/>
            <a:ext cx="233172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pic>
        <p:nvPicPr>
          <p:cNvPr id="6" name="Picture 5" descr="_fit_raksha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2103120" cy="2103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19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India_000914 · 3 road damage, 1 pothole</a:t>
            </a:r>
          </a:p>
        </p:txBody>
      </p:sp>
      <p:pic>
        <p:nvPicPr>
          <p:cNvPr id="9" name="Picture 8" descr="_fit_raksha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5808" y="1874519"/>
            <a:ext cx="2103120" cy="21031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035808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90088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India_000053 · road damage 0.89, pothole 0.41</a:t>
            </a:r>
          </a:p>
        </p:txBody>
      </p:sp>
      <p:pic>
        <p:nvPicPr>
          <p:cNvPr id="12" name="Picture 11" descr="_fit_raksha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4376" y="1874519"/>
            <a:ext cx="2103120" cy="21031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294376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48656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India_000970 · road damage 0.92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6620256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4572000"/>
            <a:ext cx="62179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HOW THE FRAMES WERE MADE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34D399"/>
                </a:solidFill>
                <a:latin typeface="Segoe UI Semibold"/>
              </a:rPr>
              <a:t>46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RDD2022 India frames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4952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34D399"/>
                </a:solidFill>
                <a:latin typeface="Segoe UI Semibold"/>
              </a:rPr>
              <a:t>65 / 65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44952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live detections matched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9783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F4F7FB"/>
                </a:solidFill>
                <a:latin typeface="Segoe UI Semibold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9783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unmatched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559552"/>
            <a:ext cx="6263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render_frames.py re-runs the SAME weights (runs/runs/full) on the images behind the live detections and keeps only boxes whose class and confidence match a listed one. An unmatched detection fails the run.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1874519"/>
            <a:ext cx="3749039" cy="4297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863840" y="2029968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ON THE DASHBOARD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23774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HAZARD PHOTOS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5968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A gallery of the frames and citizen photos, and a photo tile on each detection.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32918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THE VIEWER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35112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Full screen, with the dataset credit (Arya et al., CC BY-SA 4.0) and “location SIMULATED”: RDD2022 images carry no GPS.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2062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MAP POPUPS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4256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Each detection's popup shows its frame and opens the same viewer.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51206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DISMISS AS FALSE POSITIVE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53400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Admin or officer only, with a written reason, recorded in the audit chain. It is the state machine's cancel: it closes, never dispatches (ADR-0011).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KOTLIN + JETPACK COMPOSE · 137 TESTS · CAPTURED FROM ANDROID STUDIO'S EMULATOR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Android app, on the emulator</a:t>
            </a:r>
          </a:p>
        </p:txBody>
      </p:sp>
      <p:pic>
        <p:nvPicPr>
          <p:cNvPr id="5" name="Picture 4" descr="_fit_android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828800"/>
            <a:ext cx="2011680" cy="3611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the new Layers in 3D card</a:t>
            </a:r>
          </a:p>
        </p:txBody>
      </p:sp>
      <p:pic>
        <p:nvPicPr>
          <p:cNvPr id="8" name="Picture 7" descr="_fit_android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1828800"/>
            <a:ext cx="2011680" cy="36118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56616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8328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Layers in 3D · live, in a WebView</a:t>
            </a:r>
          </a:p>
        </p:txBody>
      </p:sp>
      <p:pic>
        <p:nvPicPr>
          <p:cNvPr id="11" name="Picture 10" descr="_fit_android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1828800"/>
            <a:ext cx="2011680" cy="36118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6364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8076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 journey playing · step 5 of 8</a:t>
            </a:r>
          </a:p>
        </p:txBody>
      </p:sp>
      <p:pic>
        <p:nvPicPr>
          <p:cNvPr id="14" name="Picture 13" descr="_fit_android_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120" y="1828800"/>
            <a:ext cx="2011680" cy="36118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6112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An open emergency, found after a restart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89788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179 Android unit tests · 0 lint errors · 8 languages · the emergency card is shown against a local test server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EMERGENCY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Three states, three honest answers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34D399"/>
                </a:solidFill>
                <a:latin typeface="Segoe UI Semibold"/>
              </a:rPr>
              <a:t>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Everything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reaches dispatch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tracking + 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Cloud diagnosis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5B14C"/>
                </a:solidFill>
                <a:latin typeface="Segoe UI Semibold"/>
              </a:rPr>
              <a:t>LIMITED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Requests still attempted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Anything that fails is STORED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Slow or flaky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User is told it is weak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F4D5E"/>
                </a:solidFill>
                <a:latin typeface="Segoe UI Semibold"/>
              </a:rPr>
              <a:t>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stored on device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GPS still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Local diagnosis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Cached maps · no live anything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The indicator names the state in WORDS as well as colour — status is never carried by tint alone.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Under every state the primary action stays the same and stays one tap away: SOS.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PAYMENT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client never decides that money arrived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INVOICE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server-computed
total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3969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3113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created server-side
with that amount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12463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03904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CHECKOUT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gateway UI,
key id only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285231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76672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at-least-once
delivery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0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49440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SIGNATURE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HMAC-SHA256
recomputed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30767" y="269748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52220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SETTLEMENT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conditional on
PENDING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0353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9497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RECEIPT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booking → PAID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AMOUNT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Never taken from the request — it is the invoice total, and the webhook refuses a mismatch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TWO PATHS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79" y="42245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Browser callback AND webhook. The webhook is the one that matters: a customer can pay and close the tab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091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IDEMPOTENT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79" y="46817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at-least-once, so a replayed webhook settles nothing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66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REFUSES TO BOOT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51389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Production will not start on a real gateway with no webhook secret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23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CHECKED, NOT COUNTED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55961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22 checks against a local stub of Razorpay's API, no account: forged signature, replay, wrong amount — outside the 1137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NINE LAYERS, AND 106 ATTACKS THAT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Refreshed by the September 2026 hardening pass. The suite passes when the platform refuses.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AUTHENTICATION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→ 10-minute JWT; rotating
refresh, reuse burns the family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DEMO SIGN-IN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an echoed code works only for demo
numbers, never a privileged role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REFRESH COOKIE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web: HttpOnly cookie, CSRF-guarded
by a custom X-RA-Client header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SERVER LOGOUT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revokes the whole session family;
a racing refresh loses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STRICT CSP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no 'unsafe-inline' scripts: SHA-256
hashes at boot, tested for gaps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RBAC + OWNERSHIP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role gates on operator surfaces,
checked at the resource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RATE LIMITS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client IP from CF-Connecting-IP;
never on SOS escalation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unsigned SMS intake refuses real
numbers; payments HMAC-signed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AUDIT LOG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hash-chained, append-only; whole
chain verified from a checkpoint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680" y="2103120"/>
            <a:ext cx="2514600" cy="2944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06840" y="2377440"/>
            <a:ext cx="2240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4D399"/>
                </a:solidFill>
                <a:latin typeface="Segoe UI Semibold"/>
              </a:rPr>
              <a:t>106 / 106</a:t>
            </a:r>
          </a:p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4D399"/>
                </a:solidFill>
                <a:latin typeface="Segoe UI Semibold"/>
              </a:rPr>
              <a:t>attacks refused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429000"/>
            <a:ext cx="21488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security-audit.mjs, run in CI.</a:t>
            </a:r>
          </a:p>
          <a:p>
            <a:pPr algn="ctr">
              <a:lnSpc>
                <a:spcPct val="130000"/>
              </a:lnSpc>
            </a:pPr>
            <a:endParaRPr sz="900" b="0" i="0">
              <a:solidFill>
                <a:srgbClr val="93A1B5"/>
              </a:solidFill>
              <a:latin typeface="Segoe UI"/>
            </a:endParaRPr>
          </a:p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Self-written attacks. No external penetration test has been done.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57800"/>
            <a:ext cx="106070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Every source file, the Git history and the live hosts were searched for secrets first: none found; /.env, /.git/config and source maps answer 404.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Medical break-glass needs a role, a LIVE incident and a written reason, and writes a tamper-evident row. Logs redact codes, numbers and coordinates.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Still open, and said so: the 10-minute access token sits in sessionStorage, and style-src keeps 'unsafe-inline'.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EACH NEW TEST FAILS ON THE OLD CODE AND PASSES ON THE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Found in the recheck, and proved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WHAT WAS WRONG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66360" y="187451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FF4D5E"/>
                </a:solidFill>
                <a:latin typeface="Segoe UI"/>
              </a:rPr>
              <a:t>BEFORE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874519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34D399"/>
                </a:solidFill>
                <a:latin typeface="Segoe UI"/>
              </a:rPr>
              <a:t>AFTER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40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340864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Two dispatches of one booking at the same instant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235000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both sent a wave · 200, 200, 409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35000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per-booking try-lock: one wins, the rest 409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734056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834640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SMS SOS recorded a “contacts alerted”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2843784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texted nobody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843784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texts through the confirm guards, count recorded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227832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3328416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audit check re-verified only the oldest 2,000–5,000 rows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60" y="33375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still said “intact”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337560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whole chain from a checkpoint, range stated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721608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3822192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 device's image reference, joined to the upload folder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383133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could read and delete files outside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831336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refused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215384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4315968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Sign-out while a refresh was in flight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432511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session survived · 8 of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4325112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session ended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47091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" y="4809744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Break-glass response to the responder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60" y="481888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always “the subject has been notified”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481888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sent · opted out · failed · no number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30352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Also fixed: STOP/START opt-out is actually stored and honoured, a cancelled booking withdraws its open offers, the five-contact cap no longer races past five, hazard photos no longer always answer 401 for citizens, and the Android Near you card no longer goes stale after a location-permission grant.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DATABASE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PostgreSQL 16 + PostGIS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Chosen for one query, and kept for four more reasons.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6032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foreign keys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142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indexes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79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79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79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GiST spatial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0956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check constraints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926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migrations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24612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POSTGIS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321868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“nearest available mechanic to this point” is ONE indexed query with ST_DWithin doing true metres-on-a-sphere. Without it: fetch every mechanic and compute haversine in app code.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758183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RELATIONAL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3730751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SELECT … FOR UPDATE is what stops two mechanics taking one job. Transactions are the feature, not a formality.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27024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CONSTRAINTS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79" y="424281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client_incident_id UNIQUE is the entire duplicate-emergency defence. Money is integer paise; ratings are CHECK 1–5.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78231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79" y="4754880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audit_log is hash-chained and Postgres RULES block UPDATE and DELETE — an admin cannot quietly edit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2943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VERIFIED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79" y="526694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Migrations run from an EMPTY database in this audit, then the full suite. Backup + restore rehearsed: chain intact across 639 entries.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1 · CLOUD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we sit in the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We are a consumer of IaaS and PaaS, and a provider of SaaS to three user classes.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SaaS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PROVIDE this: citizen app,
mechanic console, authority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4767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PaaS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CONSUME managed Postgres (Neon)
+ a container platform (Render)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IaaS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Compute, network, storage.
Compose is the local stand-in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7143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7639"/>
            <a:ext cx="516636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1605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22D3EE"/>
                </a:solidFill>
                <a:latin typeface="Segoe UI"/>
              </a:rPr>
              <a:t>CHARACTERISTICS WE ACTUALLY EXHIBIT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Broad network access — one API serves a browser, an installed PWA, an Android WebView and a feature phone over SMS.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Resource pooling — dispatch pools providers and allocates on demand.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977639"/>
            <a:ext cx="512064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1605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DEPLOYMENT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26280"/>
            <a:ext cx="46634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Public cloud. Demo: Render + Neon in Singapore — the free tiers offer no India region. Production target: an Indian region, because “No PII leaves India” — logs, backups and crash reports included.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Enabling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Five topics. Four are genuinely built; one is partial and says 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Data centre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176272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Compose stack: PostGIS + Redis + Redpanda on a private network; DB port NOT published in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49840" y="230428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852927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944368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Virtualization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926079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Multi-stage container, non-root (uid 1000), tini as PID 1, healthcheck. Built and run — 321 MB.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49840" y="305409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02735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94175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Web technology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675887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REST over HTTPS with a uniform envelope, server-sent events for real-time, PWA with a service worker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49840" y="3803903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352544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443983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Multitenancy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4425696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Row-scoped shared schema. 12 cross-tenant attacks fired; all 12 refused.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49840" y="45537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102352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519379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Service technology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175504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Versioned /v1, 74 routes (71 under /v1), zod validation, stable error codes, idempotency keys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530352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Infrastructure mechanisms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Virtual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2066544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Container image; runs anywhere Docker runs. Full test suite passes AGAINST the image.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49840" y="217627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70048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storage device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724912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Postgres volume, upload volume, and client-side IndexedDB with AES-GCM-256 at rest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283464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328416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40156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usage 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383280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Structured JSON logs, per-request correlation id, operation duration/result, /v1/ops/overview with live counts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49840" y="349300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405993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Ready-made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4041648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compose → migrate → seed → start. Reference-only seed for production verified: 0 demo rows.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40" y="415137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645152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4718304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Network perimeter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700016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DB has no published port; API on loopback behind a proxy; CORS allowlist enforced in production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4809744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30352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37667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Resource replication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5358383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Stateless API is the precondition and is met. Nothing is replicated.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54681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eight fundamental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Two are built. Six are design. I will not show you an animation and call it an autoscaler.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840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Workload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The dispatch engine distributes jobs across a provider pool by computed score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Resource pooling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Providers are a pool; state is derived and busy members excluded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Dynamic scalability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HPA on queue depth. BUILT: the readiness gate — /health returns 503 when the DB is down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7840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resource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Cluster autoscaler under the pods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Service load balancing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LB with health-checked rotation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7336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Cloud bursting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Modelled evening scenario — labelled as modelled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7336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disk provisioning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Storage allocated as data arrives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7336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Redundant storage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336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Replica with failover. Backup procedure documented and rehearsed.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846320"/>
            <a:ext cx="10607040" cy="868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05840" y="5029200"/>
            <a:ext cx="10149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Three things block replication today, and each is documented where it is defined: the SSE registry, the rate limiter and the offer sweeper are in-process.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fix for each is already designed — Redis, and the outbox → Redpanda bus already in the architecture.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 · CLOUD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Static vs dynamic scheduling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516636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4709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E7DFF"/>
                </a:solidFill>
                <a:latin typeface="Segoe UI Semibold"/>
              </a:rPr>
              <a:t>STATIC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before run time, on a fixed schedule.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Offer sweeper — every 10 s (OFFER_SWEEP_SECONDS)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661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Client booking poll — 6 s, or 60 s while streaming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690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SSE heartbeat — every 25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Retention purge — 24 h after a sync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DYNAMIC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6032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at run time, from live state.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0632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Dispatch: pool queried at request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5204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Score from live distance, rating, workload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977639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Wave offered; timeout re-schedules to the next wave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4348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 decline escalates immediately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8920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Assignment settled under a row lock — exactly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4F7FB"/>
                </a:solidFill>
                <a:latin typeface="Segoe UI"/>
              </a:rPr>
              <a:t>RoadAssist's dispatch engine IS dynamic scheduling — it is the clearest Module 4 mechanism the project actually implements.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1137 assertions, all executed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Against a real PostgreSQL + PostGIS and a real Chrome. 22 Razorpay stub checks sit outside this total.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Unit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488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451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1579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state machines, rules, redaction, SMS coordinates, i18n segment budget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0604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6974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End-to-end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69748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246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70662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the whole API journey against real Postgres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5468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246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Concurrency + real-time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24612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92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25526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races a sequential suite structurally cannot make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70332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379475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794759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80390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attacks that must FAIL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25196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3434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Gateway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3434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435254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webhook signatures, append-only rules, OTP ceilings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8006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5840" y="48920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Browser / offline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8920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49011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what only a browser can prove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943600"/>
            <a:ext cx="10607040" cy="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34D399"/>
                </a:solidFill>
                <a:latin typeface="Segoe UI"/>
              </a:rPr>
              <a:t>1137 passed · 0 failed   •   0 server errors across the sweep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FAILURE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failure has an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DETECT → DEGRADE → PRESERVE DATA → RECOVER. Twenty rows in the failure matrix; seven of them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DETECTED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011680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USER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828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RECOVERY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774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Network lost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connectivity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246888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off-grid mode; SOS stored locally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 on reconnect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8803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Backend unreachable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probe fails, radio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718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LIMITED, then 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83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Database 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/health → 503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47472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safe 500 with a request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auto, no restart — tested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8620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GPS denied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geolocation error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397763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“Unknown — denied”, never a fake fix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next fix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38912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5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AI endpoint 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timeout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448056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rules engine — nothing visible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920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Payment fails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gateway error / bad signature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0" y="498347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invoice stays unpaid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customer retries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3949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05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Provider times out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expires_at passes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4864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sweeper escalates to next wave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ladder continues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893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Each row names the suite that proves it. Database loss and backup/restore are now automated CI steps, not prose.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is built, what is partial, what is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Marked from the code, not from intent.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93852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984248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AI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85416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rules engine + trained YOLO11 for road damage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0482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46888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514600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online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15768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e2e + concurrency suites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57860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999232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3044952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browser suite drives the whole scenario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1089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529584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3575303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Offline 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776472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IndexedDB, AES-GCM-256, survives restart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363931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059935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4105655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Store-and-forward sync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306823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idempotent; duplicate proven impossible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79" y="4169663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59028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0120" y="4636007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Dispatch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837175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ladder, timeout, busy-exclusion, race-safe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79" y="470001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12064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0120" y="5166359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Real-time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367527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SSE, measured 65 ms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754879" y="523036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193852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55080" y="1984248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Payment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2185416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mock on the demo — never a live account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20482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246888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55080" y="2514600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Location services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2715768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server-side, coarsened, cached, off in tests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149840" y="257860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2200" y="2999232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55080" y="3044952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RAKSHA photo review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324612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 frames, viewer, false-positive dismiss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49840" y="31089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72200" y="3529584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55080" y="3575303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Fleet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3776472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schema + roles exist; no dedicated UI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149840" y="363931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72200" y="4059935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55080" y="4105655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Analytics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4306823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ops overview with live counts; no BI layer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149840" y="4169663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72200" y="459028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355080" y="4636007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Cloud autoscaling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55080" y="4837175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designed; no cluster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149840" y="470001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72200" y="512064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355080" y="5166359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Replication / load balancing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5080" y="5367527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stateless API is the precondition, and is met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149840" y="523036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GREEN = code exists, database persists it, UI consumes it, AND a test exercises it.  AMBER = some of that.  BLUE = architecture only.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STATED BEFORE YOU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In order of importance. Every one of these is also written in the code or the docs.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020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demo is one free-tier Render + Neon instance in Singapore, no India region, no cluster; it sleeps after 15 min idle (keep-awake ping in progress).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478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Single instance only: SSE registry, rate limiter and offer sweeper are in-process.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926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35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Location lookups send positions, coarsened to about 110 m, to OpenStreetMap and OSRM servers in Germany/EU. Declared (ADR-0012).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383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392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ERSS 112 handoff is a stub, and the API response says so. Emergency isolation (ADR-0005) is a design, not a deployment.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8404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8496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Payment checks run only against a local stub of Razorpay's API, outside the 1137 — never a real account.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97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306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diagnosis “AI” is a deterministic rules engine. Labelled as such everywhere.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54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764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load test, no external penetration test, no coverage on the HTTP layer (suites run out-of-process).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212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221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Device encryption protects a storage dump, not script on the same origin — and the UI says exactly that.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669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678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GPS cold start can take minutes and may never fix indoors. The app shows “Unknown” rather than a guess.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FUTURE — LABELLED AS SUCH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34D399"/>
                </a:solidFill>
                <a:latin typeface="Segoe UI Semibold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Redis-backed rate limiting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Outbox → event bus for SSE fan-out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WAL archiving (RPO under a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Object storage for photos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F5B14C"/>
                </a:solidFill>
                <a:latin typeface="Segoe UI Semibold"/>
              </a:rPr>
              <a:t>THEN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Multi-region 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Database read replicas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External APM + error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Automated backup schedule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4791456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Self-hosted map services in an Indian region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5703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2E7DFF"/>
                </a:solidFill>
                <a:latin typeface="Segoe UI Semibold"/>
              </a:rPr>
              <a:t>LATER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Predictive maintenance at volume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Fleet management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Satellite emergency communication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Mesh networking between devices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4791456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Government emergency-network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4864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Satellite, mesh and government-network integration are FUTURE and are labelled that way everywhere in the product — not implemented, not claimed.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the money would come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Potential, not current. No commercial operation exists — this is a university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Subscription for individual drivers; pay-per-incident for non-members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Fleet operators — uptime is their cost centre; per-vehicle per-month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Insurers and OEMs bundling roadside cover into an existing policy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Highway authorities — RAKSHA road-health data and incident analytics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40480"/>
            <a:ext cx="10607040" cy="9601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041648"/>
            <a:ext cx="10149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unit economics that make it plausible: the platform runs on ZERO paid third-party accounts by default.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Maps are keyless OpenStreetMap, AI is a local rules engine, and every vendor sits behind an adapter with a working local implementation.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Current status: no revenue, no customers, no commercial deployment. Stated so the model is read as a plan, not a claim.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COMPETITIVE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a competitor would have to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Not “we are better than X” — we have not benchmarked anyone. This is what is genuinely hard 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Network 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219456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emergency workflow that runs entirely on the device, with an encrypted journal and idempotent forward-sync. This is the moat.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8036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99008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Honest degradation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97180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product never claims something reached the cloud when it did not. That is a design discipline, not a feature you can add later.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65760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376732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Race-safe dispatch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74903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Row-locked assignment, wave ladder, timeout escalation, derived provider state — proven with ten simultaneous accepts.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454456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Explainable diagnosis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452627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same rule table on device and cloud, with a CI test that fails the build if they diverge.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212079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5321807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30351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Hash-chained append-only log, verified live in the operations 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FILM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RoadAssist Bharat in 30 seconds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Real app footage and real screenshots; the drawn scenes are tagged as illustrations.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83080"/>
            <a:ext cx="7498079" cy="42245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roadassist-promo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68680" y="1874519"/>
            <a:ext cx="73152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95360" y="1874519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28600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7FB"/>
                </a:solidFill>
                <a:latin typeface="Segoe UI Semibold"/>
              </a:rPr>
              <a:t>Request help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57860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the nearest verified mechanic, ranked by PostGIS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315468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7FB"/>
                </a:solidFill>
                <a:latin typeface="Segoe UI Semibold"/>
              </a:rPr>
              <a:t>Off-grid SOS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447287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stored on the device; 112 · 1033 · 108 one tap away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402336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7FB"/>
                </a:solidFill>
                <a:latin typeface="Segoe UI Semibold"/>
              </a:rPr>
              <a:t>RAKSHA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31596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YOLO11 boxes on real road frames, then authority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489204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7FB"/>
                </a:solidFill>
                <a:latin typeface="Segoe UI Semibold"/>
              </a:rPr>
              <a:t>Under the hood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518464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1137 automated checks, six suites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2648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Segoe UI"/>
              </a:rPr>
              <a:t>Also on the showcase: roadassistbharat.online/media/roadassist-promo.mp4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PART THAT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34D399"/>
                </a:solidFill>
                <a:latin typeface="Segoe UI"/>
              </a:rPr>
              <a:t>PART ONE · THE FULL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Breakdown + AI diagnosis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Request assistance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5.  Dispatch — ranked offers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6.  Mechanic accepts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Live status, no refresh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Service → invoice → payment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9. 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FF4D5E"/>
                </a:solidFill>
                <a:latin typeface="Segoe UI"/>
              </a:rPr>
              <a:t>PART TWO · THE ONE NOBODY ELSE HAS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Network OFF — the UI changes immediately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Local diagnosis, labelled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Hold SOS → off-grid incident, real GPS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“Nothing has been transmitted”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5.  CLOSE THE TAB. REOPEN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6.  The incident is still there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Network ON → automatic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“SOS synchronized”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9.  Replay the reference → duplicate refused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623560"/>
            <a:ext cx="1060704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779008"/>
            <a:ext cx="101498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If any step fails, the failure IS the demonstration — nothing here fakes a success.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554480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From breakdown to resolution — even when connectivity fails.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AI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explainable
rules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CLOUD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consumed and
provided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OFFLINE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the whole emergency
path on-device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REAL-TIME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65 ms, and never
the only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46136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SECURITY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106 attacks,
all refused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dynamic, race-safe
scheduling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617720"/>
            <a:ext cx="1060704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2222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4828032"/>
            <a:ext cx="10149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7607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5C6B80"/>
                </a:solidFill>
                <a:latin typeface="Segoe UI"/>
              </a:rPr>
              <a:t>1137 assertions · 6 suites · 0 failures  •  58 tables · 74 routes · 13 ADRs  •  every claim on these slides is testable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6816</Words>
  <Application>Microsoft Office PowerPoint</Application>
  <PresentationFormat>Widescreen</PresentationFormat>
  <Paragraphs>937</Paragraphs>
  <Slides>38</Slides>
  <Notes>17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Arial</vt:lpstr>
      <vt:lpstr>Calibri</vt:lpstr>
      <vt:lpstr>Consolas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SAATHWIK'S A15</cp:lastModifiedBy>
  <cp:revision>2</cp:revision>
  <dcterms:created xsi:type="dcterms:W3CDTF">2013-01-27T09:14:16Z</dcterms:created>
  <dcterms:modified xsi:type="dcterms:W3CDTF">2026-10-04T16:58:14Z</dcterms:modified>
  <cp:category/>
</cp:coreProperties>
</file>