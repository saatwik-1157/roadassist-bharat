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 Saatwik Sairaam · P Sai Nirisha Chowdary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 V S Jignesh · G Parthavi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64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64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631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631 assertions · 6 suites · 0 failures  •  56 tables · 64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