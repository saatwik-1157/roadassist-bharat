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6311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three rows have numbers because each test was run against the old</a:t>
            </a:r>
          </a:p>
          <a:p>
            <a:r>
              <a:t>code first and failed with exactly those figures: 12 codes, 4 sessions, 23 to 24.</a:t>
            </a:r>
          </a:p>
          <a:p>
            <a:r>
              <a:t>That is the standard for "fixed" on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73 routes, 70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109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135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920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Twelve simultaneous code requests for one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12 codes 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33172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5 · the cap 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52344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437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One sign-in code redeemed eight times at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4378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4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4378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1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64408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customer marks their own job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3558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mechanic's public count 23 →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558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679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Email sign-in answered slower for real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8679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revealed who is registered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867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same answer for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88536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799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Code-guessing alerts on protected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3799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be crowded 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799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always 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0060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App restarted mid-emergency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892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not close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892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card: I'm safe · False alarm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a map tile retried once on a network blip, a 10 s deadline on the email service, a lock on the demo seed, a map that no longer asks for a request it knows will be refused, and eight fixes in the 3D page from a code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73 routes (70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920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920 passed · 0 failed · 0 skipped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920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87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920 assertions · 6 suites · 0 failures  •  56 tables · 73 routes · 12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5210</Words>
  <Application>Microsoft Office PowerPoint</Application>
  <PresentationFormat>Widescreen</PresentationFormat>
  <Paragraphs>788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2026-09-30T13:36:25Z</dcterms:modified>
  <cp:category/>
</cp:coreProperties>
</file>