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/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22,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 Saatwik Sairaam · P Sai Nirisha Chowdary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 V S Jignesh · G Parthavi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 serving three surfaces, one PostGIS database.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/v1  ·  64 endpoints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56 tables  ·  62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526280"/>
            <a:ext cx="2743200" cy="96012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1080" y="4681728"/>
            <a:ext cx="2377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contacted. The 112 handoff is a stub and the API says 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trained model DOES exist in the project — YOLO11n for road damage, mAP50 0.443 — and those metrics are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assertions against a local stub of Razorpay's API: forged signature, replay, wrong amount, wrong order — each fails closed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SEVEN LAYERS, AND 74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The suite passes when the platform refuses — “we tried and could not get in” is a stronger statement than “the code looks right”.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JWT, rotating refresh
with reuse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every
operator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RESOURCE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checked at the resource,
not just the route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LIMITING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per principal — and never
on SOS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INPUT 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at every boundary,
parameterised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 VERIFICATION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server-side amount,
signed webhook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append-only,
verified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34747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74 / 74</a:t>
            </a:r>
          </a:p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Sensitive data: medical break-glass needs a role, a LIVE incident and a written reason, and writes a tamper-evident row.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Logs redact credentials, OTP codes, phone numbers, medical fields and coordinates — and that redaction is unit-tested.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Three real vulnerabilities were found by this suite during the audit and fixed: missing request ids on 401s, a 500 on malformed JSON, an unsigned SMS intake that did not say 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137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would CONSUME managed
Postgres + container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cloud, Indian region. The constraint that decides it is regulatory, not technical: “No PII leaves India” — including logs, backups and crash reports.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Status: designed, not deployed.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64 endpoints,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618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Every number here is from a run, not an estimate.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Payment sandbox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forged signature, replay, wrong amount — fails closed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3492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44067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5440679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163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544982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600 passed · 0 failed · 0 skipped   •   coverage 95.68% lines on the pure domain modules   •   0 server errors across the sweep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9514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YOLO11n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791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8269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0215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8620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056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5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09320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1266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207568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29514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26791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89864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sandbox only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328269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50215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5080" y="388620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41056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448970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70915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509320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31266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Nothing is deployed to a cloud — no account, no domain, no cluster.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Payments verified against a local stub of Razorpay's API — never a real account.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historical volume yet for predictive maintenance — the dead-zone heuristic is labelled heuristic v1.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74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618 assertions · 6 suites · 0 failures  •  56 tables · 64 routes · 10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