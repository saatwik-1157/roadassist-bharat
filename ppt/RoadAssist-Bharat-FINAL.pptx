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/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22,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 Saatwik Sairaam · P Sai Nirisha Chowdary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 V S Jignesh · G Parthavi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 serving three surfaces, one PostGIS database.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/v1  ·  64 endpoints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trained model DOES exist in the project — YOLO11n for road damage, mAP50 0.443 — and those metrics are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assertions against a local stub of Razorpay's API: forged signature, replay, wrong amount, wrong order — each fails 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would CONSUME managed
Postgres + container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cloud, Indian region. The constraint that decides it is regulatory, not technical: “No PII leaves India” — including logs, backups and crash reports.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Status: designed, not deployed.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64 endpoints,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636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Every number here is from a run, not an estimate.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Payment 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forged signature, replay, wrong amount — fails closed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3492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44067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44067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4498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600 passed · 0 failed · 0 skipped   •   coverage 95.68% lines on the pure domain modules   •   0 server errors across the sweep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YOLO11n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sandbox only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Nothing is deployed to a cloud — no account, no domain,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Payments verified against a local stub of Razorpay's API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636 assertions · 6 suites · 0 failures  •  56 tables · 64 routes · 10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