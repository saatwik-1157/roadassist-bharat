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852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on the old code a refresh racing the sign-out could mint a session that</a:t>
            </a:r>
          </a:p>
          <a:p>
            <a:r>
              <a:t>outlived it. The test races several each run; on 5 Oct 0 of 7 kept a session.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Sohna Road, Shivaji Nagar, Gurgaon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267 · 5 Oct (live)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182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182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 racing refresh outlived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(Render docs), so an external uptime monitor pings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6845</Words>
  <Application>Microsoft Office PowerPoint</Application>
  <PresentationFormat>Widescreen</PresentationFormat>
  <Paragraphs>938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2026-10-04T21:04:44Z</dcterms:modified>
  <cp:category/>
</cp:coreProperties>
</file>